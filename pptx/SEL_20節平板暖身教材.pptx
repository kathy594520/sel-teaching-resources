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6FF00"/>
          </a:solidFill>
          <a:ln w="12700">
            <a:solidFill>
              <a:srgbClr val="B6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 平板暖身教材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8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節課｜每節 5 分鐘｜投影或平板開啟使用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0" y="1005840"/>
            <a:ext cx="2377440" cy="2377440"/>
          </a:xfrm>
          <a:prstGeom prst="ellipse">
            <a:avLst/>
          </a:prstGeom>
          <a:solidFill>
            <a:srgbClr val="FF6D4D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16002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先看見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再選擇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6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情緒偵探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如果今天的心情是一種天氣，你會選晴天、陰天、下雨還是雷雨？為什麼？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點選一種天氣，再用一句話說明。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身體訊號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當你緊張或煩躁時，身體可能先出現什麼訊號？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選一個訊號：心跳快、手心汗、肩膀緊、肚子不舒服。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6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生理期照顧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如果同學突然身體不舒服，哪一種做法最尊重？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投票：安靜陪伴、通知大人、取笑、拍照傳群組。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情緒升溫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情緒溫度到幾度時，你會想先停一下？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1 到 5 選一個數字，並寫下你的安全方法。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6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求助入口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遇到自己處理不了的困擾，你第一個可以找誰？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從導師、家人、校護、輔導老師中選一個。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朋友不同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朋友和你的喜好不一樣時，最好的第一步是什麼？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選擇：說出喜好、逼對方改變、嘲笑、離開。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6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界線訊號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有人要求你分享不想分享的照片，你可以怎麼說？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選一句清楚的拒絕句，或自己寫一句。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衝突暫停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爭吵時，哪個動作能讓事情先停下來？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選擇：深呼吸、繼續大喊、推人、立刻轉傳訊息。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6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團體參與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小組裡有人一直沒有說話，你可以怎麼邀請？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寫一句不強迫、能保留選擇的邀請。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人際回應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面對朋友的請求，你需要同意前先想什麼？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選擇：我的感受、我的界線、可能的結果。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6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資訊查證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看到「明天一定停課」的消息，你會先查哪一項？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選擇：來源、日期、證據、以上都要。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個資保護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下列哪一項不適合提供給陌生帳號？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投票：喜歡的顏色、住址、遊戲角色、喜歡的食物。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6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留言三秒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留言送出前，可以用哪三個問題檢查？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填空：是真的嗎？必要嗎？________嗎？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數位平衡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使用平板後，哪一個訊號提醒你需要休息？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選擇：眼睛疲累、睡不著、心情變差、以上都可能。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6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網路闖關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遇到可疑連結，第一步應該做什麼？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選擇：先停下來，不點開、不輸入資料。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壓力訊號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想到考試或升學時，你的身體可能怎麼提醒你？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選一個訊號，再寫下可以照顧自己的方法。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6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下一小步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「我要變厲害」可以改成哪一種比較可行的目標？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投票：今天完成 15 分鐘複習、永遠第一名、不要失敗。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換個說法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把「我就是不行」改成一句支持自己的話。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填空：我現在還不會，但我可以先________。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6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我的支持者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遇到壓力時，什麼樣的大人可以成為支持者？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選擇：願意聽、尊重界線、願意一起找方法的人。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MINUTES  /  LESSON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下一站行動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0408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今天課程結束後，你想把哪一個方法帶回生活？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931920"/>
            <a:ext cx="6126480" cy="1234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50800" dir="2700000">
              <a:srgbClr val="11111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096512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現在請做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4462272"/>
            <a:ext cx="5724144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選一個方法，寫下明天第一次使用的時間。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0" y="1417320"/>
            <a:ext cx="2286000" cy="2286000"/>
          </a:xfrm>
          <a:prstGeom prst="roundRect">
            <a:avLst/>
          </a:prstGeom>
          <a:solidFill>
            <a:srgbClr val="FF6D4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8388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不必分享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個人秘密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5B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仙姑凱西設計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 20 節平板暖身教材</dc:title>
  <dc:subject>PptxGenJS Presentation</dc:subject>
  <dc:creator>仙姑凱西</dc:creator>
  <cp:lastModifiedBy>仙姑凱西</cp:lastModifiedBy>
  <cp:revision>1</cp:revision>
  <dcterms:created xsi:type="dcterms:W3CDTF">2026-09-04T15:00:40Z</dcterms:created>
  <dcterms:modified xsi:type="dcterms:W3CDTF">2026-09-04T15:00:40Z</dcterms:modified>
</cp:coreProperties>
</file>