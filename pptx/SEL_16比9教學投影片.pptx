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D4D"/>
          </a:solidFill>
          <a:ln w="12700">
            <a:solidFill>
              <a:srgbClr val="FF6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高年級 SEL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6F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讓情緒有名字，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B6F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讓選擇有方法。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青春期 × 人際 × 網路 × 升學壓力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0" y="1188720"/>
            <a:ext cx="2468880" cy="2468880"/>
          </a:xfrm>
          <a:prstGeom prst="ellipse">
            <a:avLst/>
          </a:prstGeom>
          <a:solidFill>
            <a:srgbClr val="B6FF00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LESSONS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為什麼是現在？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高年級學生同時面對身體變化、同儕目光、網路訊息與升學期待。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 的四個能力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辨識情緒與身體訊號｜調節反應｜建立關係｜做負責任的決定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01｜我正在變化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青春期不是故障；生理期不是笑話；求助不是丟臉。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02｜我與他人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朋友可以不同，界線需要被尊重，衝突可以被處理。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03｜我在網路上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先停、再查、再決定；留言與影像都要負責。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04｜我走向下一站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壓力是一個訊號，不是對自我價值的判決。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一節課的 40 分鐘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暖身 → 8 示範 → 12 任務 → 8 回饋 → 5 連結 → 2 收束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請教師先走過一次完整節奏，再依班級狀況調整。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08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教師的三個動作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正常化變化｜保留選擇｜建立求助入口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09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不要只問：你怎麼了？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改問：你注意到什麼？你需要什麼？下一步要找誰？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10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情境故事的用法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故事不拿來猜誰是誰；故事拿來練習看見感受與選擇。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11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青春期與生理期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用可信資料談身體，用尊重語言談感受，用安全流程談求助。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12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交友與人際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我訊息、界線、傾聽、修復，都是可以練習的技能。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13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網路與資訊素養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來源、證據、日期、目的；個資、影像、留言、平衡。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14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升學壓力適應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把「我不行」換成「我下一步可以做什麼」。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15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把課堂帶回生活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每節課完成一個小工具：照顧卡、回應卡、檢核表或導航圖。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94944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90779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本頁任務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65471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請學生先說出觀察，再說出感受，最後提出下一步。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331720"/>
            <a:ext cx="2011680" cy="2011680"/>
          </a:xfrm>
          <a:prstGeom prst="ellipse">
            <a:avLst/>
          </a:prstGeom>
          <a:solidFill>
            <a:srgbClr val="B6FF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D4D"/>
          </a:solidFill>
          <a:ln w="12700">
            <a:solidFill>
              <a:srgbClr val="FF6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6F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17  /  教師分享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課程結束，行動開始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讓學生把一張卡帶回生活，把一個小步驟帶回明天。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2834640" cy="173736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15568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我看見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907792"/>
            <a:ext cx="2432304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我的情緒與身體訊號。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2834640" cy="1737360"/>
          </a:xfrm>
          <a:prstGeom prst="rect">
            <a:avLst/>
          </a:prstGeom>
          <a:solidFill>
            <a:srgbClr val="FF6D4D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我選擇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2907792"/>
            <a:ext cx="2432304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一個安全、可執行的方法。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2377440"/>
            <a:ext cx="2834640" cy="1737360"/>
          </a:xfrm>
          <a:prstGeom prst="rect">
            <a:avLst/>
          </a:prstGeom>
          <a:solidFill>
            <a:srgbClr val="DFF2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13648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我連結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13648" y="2907792"/>
            <a:ext cx="2432304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一位可以一起處理的大人。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國小高年級 SEL 20 節課教學投影片</dc:title>
  <dc:subject>PptxGenJS Presentation</dc:subject>
  <dc:creator>仙姑凱西</dc:creator>
  <cp:lastModifiedBy>仙姑凱西</cp:lastModifiedBy>
  <cp:revision>1</cp:revision>
  <dcterms:created xsi:type="dcterms:W3CDTF">2026-09-04T15:00:41Z</dcterms:created>
  <dcterms:modified xsi:type="dcterms:W3CDTF">2026-09-04T15:00:41Z</dcterms:modified>
</cp:coreProperties>
</file>